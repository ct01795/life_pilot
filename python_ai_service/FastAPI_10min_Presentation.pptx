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介紹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現代 Python Web Framework</a:t>
            </a:r>
          </a:p>
          <a:p>
            <a:r>
              <a:t>高效能 × 易用性 × 自動文件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什麼是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API 框架</a:t>
            </a:r>
          </a:p>
          <a:p>
            <a:r>
              <a:t>• 基於 Starlette + Pydantic</a:t>
            </a:r>
          </a:p>
          <a:p>
            <a:r>
              <a:t>• 高效能設計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為什麼用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🚀 高效能</a:t>
            </a:r>
          </a:p>
          <a:p>
            <a:r>
              <a:t>• 📄 自動文件</a:t>
            </a:r>
          </a:p>
          <a:p>
            <a:r>
              <a:t>• ⚡ 開發快速</a:t>
            </a:r>
          </a:p>
          <a:p>
            <a:r>
              <a:t>• 🔒 資料驗證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安裝與啟動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install fastapi uvicorn</a:t>
            </a:r>
          </a:p>
          <a:p>
            <a:r>
              <a:t>uvicorn main:app --reload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fastapi import FastAPI</a:t>
            </a:r>
          </a:p>
          <a:p>
            <a:r>
              <a:t>app = FastAPI()</a:t>
            </a:r>
          </a:p>
          <a:p>
            <a:r>
              <a:t>@app.get('/')</a:t>
            </a:r>
          </a:p>
          <a:p>
            <a:r>
              <a:t>def read_root():</a:t>
            </a:r>
          </a:p>
          <a:p>
            <a:r>
              <a:t>    return {'Hello': 'World'}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路由與參數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支援 path / query</a:t>
            </a:r>
          </a:p>
          <a:p>
            <a:r>
              <a:t>• 自動型別檢查</a:t>
            </a:r>
          </a:p>
          <a:p>
            <a:r>
              <a:t>• 例：/items/{id}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資料模型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 Pydantic</a:t>
            </a:r>
          </a:p>
          <a:p>
            <a:r>
              <a:t>• 自動驗證</a:t>
            </a:r>
          </a:p>
          <a:p>
            <a:r>
              <a:t>• 清楚定義 API 結構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自動文件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/docs (Swagger UI)</a:t>
            </a:r>
          </a:p>
          <a:p>
            <a:r>
              <a:t>• /redoc</a:t>
            </a:r>
          </a:p>
          <a:p>
            <a:r>
              <a:t>• 可直接測試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非同步支援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async / await</a:t>
            </a:r>
          </a:p>
          <a:p>
            <a:r>
              <a:t>提升 I/O 效能</a:t>
            </a:r>
          </a:p>
          <a:p>
            <a:r>
              <a:t>適合高併發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vs 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FastAPI：快 + 自動文件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應用場景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REST API</a:t>
            </a:r>
          </a:p>
          <a:p>
            <a:r>
              <a:t>• AI / ML 後端</a:t>
            </a:r>
          </a:p>
          <a:p>
            <a:r>
              <a:t>• 微服務</a:t>
            </a:r>
          </a:p>
          <a:p>
            <a:r>
              <a:t>• 即時應用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高效能</a:t>
            </a:r>
          </a:p>
          <a:p>
            <a:r>
              <a:t>• 開發快</a:t>
            </a:r>
          </a:p>
          <a:p>
            <a:r>
              <a:t>• 現代 API 首選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